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571CD-1789-4AB8-8410-52F997AA03CE}" v="3" dt="2026-07-26T10:06:12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EVI" userId="aea4739f83c76881" providerId="LiveId" clId="{6241F7E8-DD6D-45E7-AFAA-31E511F4907C}"/>
    <pc:docChg chg="custSel modSld">
      <pc:chgData name="LAKSHMI DEVI" userId="aea4739f83c76881" providerId="LiveId" clId="{6241F7E8-DD6D-45E7-AFAA-31E511F4907C}" dt="2026-07-26T10:06:30.133" v="186" actId="20577"/>
      <pc:docMkLst>
        <pc:docMk/>
      </pc:docMkLst>
      <pc:sldChg chg="addSp modSp mod">
        <pc:chgData name="LAKSHMI DEVI" userId="aea4739f83c76881" providerId="LiveId" clId="{6241F7E8-DD6D-45E7-AFAA-31E511F4907C}" dt="2026-07-26T10:06:30.133" v="186" actId="20577"/>
        <pc:sldMkLst>
          <pc:docMk/>
          <pc:sldMk cId="4103522890" sldId="256"/>
        </pc:sldMkLst>
        <pc:spChg chg="mod">
          <ac:chgData name="LAKSHMI DEVI" userId="aea4739f83c76881" providerId="LiveId" clId="{6241F7E8-DD6D-45E7-AFAA-31E511F4907C}" dt="2026-07-26T10:04:21.029" v="49" actId="2711"/>
          <ac:spMkLst>
            <pc:docMk/>
            <pc:sldMk cId="4103522890" sldId="256"/>
            <ac:spMk id="2" creationId="{89CDF603-7737-37AC-D567-B28CD3A98CDD}"/>
          </ac:spMkLst>
        </pc:spChg>
        <pc:spChg chg="mod">
          <ac:chgData name="LAKSHMI DEVI" userId="aea4739f83c76881" providerId="LiveId" clId="{6241F7E8-DD6D-45E7-AFAA-31E511F4907C}" dt="2026-07-26T10:05:48.893" v="159" actId="1076"/>
          <ac:spMkLst>
            <pc:docMk/>
            <pc:sldMk cId="4103522890" sldId="256"/>
            <ac:spMk id="3" creationId="{681E973F-4200-016E-5812-3BAD8C9F1158}"/>
          </ac:spMkLst>
        </pc:spChg>
        <pc:spChg chg="add mod">
          <ac:chgData name="LAKSHMI DEVI" userId="aea4739f83c76881" providerId="LiveId" clId="{6241F7E8-DD6D-45E7-AFAA-31E511F4907C}" dt="2026-07-26T10:05:55.641" v="160" actId="1076"/>
          <ac:spMkLst>
            <pc:docMk/>
            <pc:sldMk cId="4103522890" sldId="256"/>
            <ac:spMk id="4" creationId="{2AE8FE78-543C-1CED-A8D1-AA7AC9DDE31F}"/>
          </ac:spMkLst>
        </pc:spChg>
        <pc:spChg chg="add mod">
          <ac:chgData name="LAKSHMI DEVI" userId="aea4739f83c76881" providerId="LiveId" clId="{6241F7E8-DD6D-45E7-AFAA-31E511F4907C}" dt="2026-07-26T10:06:30.133" v="186" actId="20577"/>
          <ac:spMkLst>
            <pc:docMk/>
            <pc:sldMk cId="4103522890" sldId="256"/>
            <ac:spMk id="5" creationId="{B81CA4F7-7A20-3596-730B-1106D8879331}"/>
          </ac:spMkLst>
        </pc:spChg>
      </pc:sldChg>
      <pc:sldChg chg="addSp modSp mod">
        <pc:chgData name="LAKSHMI DEVI" userId="aea4739f83c76881" providerId="LiveId" clId="{6241F7E8-DD6D-45E7-AFAA-31E511F4907C}" dt="2026-07-26T09:55:36.646" v="20" actId="1076"/>
        <pc:sldMkLst>
          <pc:docMk/>
          <pc:sldMk cId="610758229" sldId="258"/>
        </pc:sldMkLst>
        <pc:picChg chg="add mod">
          <ac:chgData name="LAKSHMI DEVI" userId="aea4739f83c76881" providerId="LiveId" clId="{6241F7E8-DD6D-45E7-AFAA-31E511F4907C}" dt="2026-07-26T09:55:36.646" v="20" actId="1076"/>
          <ac:picMkLst>
            <pc:docMk/>
            <pc:sldMk cId="610758229" sldId="258"/>
            <ac:picMk id="5" creationId="{D5F55B9A-569F-DEC6-B322-F26E44C3B6DD}"/>
          </ac:picMkLst>
        </pc:picChg>
      </pc:sldChg>
      <pc:sldChg chg="addSp modSp mod">
        <pc:chgData name="LAKSHMI DEVI" userId="aea4739f83c76881" providerId="LiveId" clId="{6241F7E8-DD6D-45E7-AFAA-31E511F4907C}" dt="2026-07-26T10:00:10.181" v="28" actId="14100"/>
        <pc:sldMkLst>
          <pc:docMk/>
          <pc:sldMk cId="1217909372" sldId="259"/>
        </pc:sldMkLst>
        <pc:picChg chg="add mod">
          <ac:chgData name="LAKSHMI DEVI" userId="aea4739f83c76881" providerId="LiveId" clId="{6241F7E8-DD6D-45E7-AFAA-31E511F4907C}" dt="2026-07-26T10:00:10.181" v="28" actId="14100"/>
          <ac:picMkLst>
            <pc:docMk/>
            <pc:sldMk cId="1217909372" sldId="259"/>
            <ac:picMk id="5" creationId="{6EF9A755-70E7-2B5F-3ECF-66547DF62101}"/>
          </ac:picMkLst>
        </pc:picChg>
      </pc:sldChg>
      <pc:sldChg chg="addSp modSp mod">
        <pc:chgData name="LAKSHMI DEVI" userId="aea4739f83c76881" providerId="LiveId" clId="{6241F7E8-DD6D-45E7-AFAA-31E511F4907C}" dt="2026-07-26T10:02:49.832" v="35" actId="1076"/>
        <pc:sldMkLst>
          <pc:docMk/>
          <pc:sldMk cId="1707840774" sldId="262"/>
        </pc:sldMkLst>
        <pc:picChg chg="add mod">
          <ac:chgData name="LAKSHMI DEVI" userId="aea4739f83c76881" providerId="LiveId" clId="{6241F7E8-DD6D-45E7-AFAA-31E511F4907C}" dt="2026-07-26T10:02:49.832" v="35" actId="1076"/>
          <ac:picMkLst>
            <pc:docMk/>
            <pc:sldMk cId="1707840774" sldId="262"/>
            <ac:picMk id="5" creationId="{64F44F23-E01E-1ABB-AB96-100D80CA04D8}"/>
          </ac:picMkLst>
        </pc:picChg>
      </pc:sldChg>
      <pc:sldChg chg="delSp modSp mod">
        <pc:chgData name="LAKSHMI DEVI" userId="aea4739f83c76881" providerId="LiveId" clId="{6241F7E8-DD6D-45E7-AFAA-31E511F4907C}" dt="2026-07-26T09:49:42.987" v="14" actId="1076"/>
        <pc:sldMkLst>
          <pc:docMk/>
          <pc:sldMk cId="3563977019" sldId="265"/>
        </pc:sldMkLst>
        <pc:spChg chg="del">
          <ac:chgData name="LAKSHMI DEVI" userId="aea4739f83c76881" providerId="LiveId" clId="{6241F7E8-DD6D-45E7-AFAA-31E511F4907C}" dt="2026-07-26T09:49:15.133" v="0" actId="478"/>
          <ac:spMkLst>
            <pc:docMk/>
            <pc:sldMk cId="3563977019" sldId="265"/>
            <ac:spMk id="2" creationId="{0D38B1AA-B1A1-E4A2-C9B5-F18EF2BD3D4E}"/>
          </ac:spMkLst>
        </pc:spChg>
        <pc:spChg chg="mod">
          <ac:chgData name="LAKSHMI DEVI" userId="aea4739f83c76881" providerId="LiveId" clId="{6241F7E8-DD6D-45E7-AFAA-31E511F4907C}" dt="2026-07-26T09:49:42.987" v="14" actId="1076"/>
          <ac:spMkLst>
            <pc:docMk/>
            <pc:sldMk cId="3563977019" sldId="265"/>
            <ac:spMk id="3" creationId="{E09CC340-FB86-53CE-A539-9F51507299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85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81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93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21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4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77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5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69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7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7596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439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361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774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172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8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075D6-9571-4205-820D-9A078BE1211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C1B6AB7-9775-489C-A968-3DD147A93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93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F603-7737-37AC-D567-B28CD3A98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896" y="403123"/>
            <a:ext cx="8915399" cy="259325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of Performance: CPU Execution Time, CPI, Clock Cycles, and Benchmarking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E973F-4200-016E-5812-3BAD8C9F1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091" y="3229119"/>
            <a:ext cx="8915399" cy="9233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CSA1220- COMPUTER ARCHITECTURE</a:t>
            </a:r>
          </a:p>
          <a:p>
            <a:pPr algn="ctr"/>
            <a:r>
              <a:rPr lang="en-US" dirty="0"/>
              <a:t>TECHNICAL PRESENTATION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8FE78-543C-1CED-A8D1-AA7AC9DDE31F}"/>
              </a:ext>
            </a:extLst>
          </p:cNvPr>
          <p:cNvSpPr txBox="1"/>
          <p:nvPr/>
        </p:nvSpPr>
        <p:spPr>
          <a:xfrm>
            <a:off x="8436078" y="4748980"/>
            <a:ext cx="3196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J. LAKSHMI DEVI</a:t>
            </a:r>
          </a:p>
          <a:p>
            <a:r>
              <a:rPr lang="en-US" dirty="0"/>
              <a:t>(192524300)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CA4F7-7A20-3596-730B-1106D8879331}"/>
              </a:ext>
            </a:extLst>
          </p:cNvPr>
          <p:cNvSpPr txBox="1"/>
          <p:nvPr/>
        </p:nvSpPr>
        <p:spPr>
          <a:xfrm>
            <a:off x="2186091" y="4640826"/>
            <a:ext cx="2081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/>
              <a:t>Dr. S.RADHIKA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52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4055-8410-72DC-BB13-C523B11F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31673-34D9-CAE8-3D00-A218D68E2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is Computer Performance?</a:t>
            </a:r>
            <a:endParaRPr lang="en-IN" dirty="0"/>
          </a:p>
          <a:p>
            <a:r>
              <a:rPr lang="en-IN" dirty="0"/>
              <a:t>Performance measures how quickly a computer executes programs. </a:t>
            </a:r>
          </a:p>
          <a:p>
            <a:r>
              <a:rPr lang="en-IN" dirty="0"/>
              <a:t>Faster execution improves user experience. </a:t>
            </a:r>
          </a:p>
          <a:p>
            <a:r>
              <a:rPr lang="en-IN" dirty="0"/>
              <a:t>Performance depends on processor speed and architecture. </a:t>
            </a:r>
          </a:p>
          <a:p>
            <a:r>
              <a:rPr lang="en-IN" dirty="0"/>
              <a:t>Important in mobile devices, gaming, AI, and cloud computing.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9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5B2C-1BC0-0D80-A074-70E8823D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E397F-0184-0D7B-F370-AAD512A46F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Key Performance Parameters</a:t>
                </a:r>
                <a:endParaRPr lang="en-IN" dirty="0"/>
              </a:p>
              <a:p>
                <a:r>
                  <a:rPr lang="en-IN" dirty="0"/>
                  <a:t>CPU Execution Time </a:t>
                </a:r>
              </a:p>
              <a:p>
                <a:r>
                  <a:rPr lang="en-IN" dirty="0"/>
                  <a:t>Clock Cycle Time </a:t>
                </a:r>
              </a:p>
              <a:p>
                <a:r>
                  <a:rPr lang="en-IN" dirty="0"/>
                  <a:t>Clock Rate (Frequency) </a:t>
                </a:r>
              </a:p>
              <a:p>
                <a:r>
                  <a:rPr lang="en-IN" dirty="0"/>
                  <a:t>CPI (Cycles Per Instruction) </a:t>
                </a:r>
              </a:p>
              <a:p>
                <a:r>
                  <a:rPr lang="en-IN" dirty="0"/>
                  <a:t>Instruction Count (IC) </a:t>
                </a:r>
              </a:p>
              <a:p>
                <a:pPr marL="0" indent="0">
                  <a:buNone/>
                </a:pPr>
                <a:r>
                  <a:rPr lang="en-IN" b="1" dirty="0"/>
                  <a:t>Formula: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/>
                      <m:t>CPU</m:t>
                    </m:r>
                    <m:r>
                      <m:rPr>
                        <m:nor/>
                      </m:rPr>
                      <a:rPr lang="en-IN" b="0" i="0"/>
                      <m:t> </m:t>
                    </m:r>
                    <m:r>
                      <m:rPr>
                        <m:nor/>
                      </m:rPr>
                      <a:rPr lang="en-IN" b="0" i="0"/>
                      <m:t>Time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Instruction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m:rPr>
                        <m:nor/>
                      </m:rPr>
                      <a:rPr lang="en-IN" i="0"/>
                      <m:t>Count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i="0"/>
                      <m:t>CPI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i="0"/>
                      <m:t>Clock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m:rPr>
                        <m:nor/>
                      </m:rPr>
                      <a:rPr lang="en-IN" i="0"/>
                      <m:t>Cycle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m:rPr>
                        <m:nor/>
                      </m:rPr>
                      <a:rPr lang="en-IN" i="0"/>
                      <m:t>Time</m:t>
                    </m:r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E397F-0184-0D7B-F370-AAD512A46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F55B9A-569F-DEC6-B322-F26E44C3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8" y="2261418"/>
            <a:ext cx="5751871" cy="237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5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F4A4-34B1-B3FA-1ADD-29149F36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CPU Execution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2861F-825E-4B04-D3E0-E660A9A17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CPU Execution Time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𝐶𝑃𝑈</m:t>
                    </m:r>
                    <m:r>
                      <m:rPr>
                        <m:nor/>
                      </m:rPr>
                      <a:rPr lang="en-IN" i="0"/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𝑇𝑖𝑚𝑒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𝐼𝑛𝑠𝑡𝑟𝑢𝑐𝑡𝑖𝑜𝑛</m:t>
                        </m:r>
                        <m:r>
                          <m:rPr>
                            <m:nor/>
                          </m:rPr>
                          <a:rPr lang="en-IN" i="0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𝐶𝑜𝑢𝑛𝑡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𝐶𝑃𝐼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m:rPr>
                            <m:nor/>
                          </m:rPr>
                          <a:rPr lang="en-IN" i="0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𝑅𝑎𝑡𝑒</m:t>
                        </m:r>
                      </m:den>
                    </m:f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Example:</a:t>
                </a:r>
              </a:p>
              <a:p>
                <a:r>
                  <a:rPr lang="en-IN" dirty="0"/>
                  <a:t>IC = 5 Million </a:t>
                </a:r>
              </a:p>
              <a:p>
                <a:r>
                  <a:rPr lang="en-IN" dirty="0"/>
                  <a:t>CPI = 2 </a:t>
                </a:r>
              </a:p>
              <a:p>
                <a:r>
                  <a:rPr lang="en-IN" dirty="0"/>
                  <a:t>Clock Rate = 2 GHz </a:t>
                </a:r>
              </a:p>
              <a:p>
                <a:pPr marL="0" indent="0">
                  <a:buNone/>
                </a:pPr>
                <a:r>
                  <a:rPr lang="en-IN" dirty="0"/>
                  <a:t>Result:</a:t>
                </a:r>
              </a:p>
              <a:p>
                <a:r>
                  <a:rPr lang="en-IN" dirty="0"/>
                  <a:t>CPU Time = 5 </a:t>
                </a:r>
                <a:r>
                  <a:rPr lang="en-IN" dirty="0" err="1"/>
                  <a:t>ms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2861F-825E-4B04-D3E0-E660A9A17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 b="-3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26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05C6-1FCB-F8B7-4A60-A83DDA33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CPI and Clock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34AA2-3972-D7E7-556C-746B175E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155530"/>
          </a:xfrm>
        </p:spPr>
        <p:txBody>
          <a:bodyPr>
            <a:normAutofit/>
          </a:bodyPr>
          <a:lstStyle/>
          <a:p>
            <a:r>
              <a:rPr lang="en-IN" b="1" dirty="0"/>
              <a:t>Cycles Per Instruction (CPI)</a:t>
            </a:r>
            <a:endParaRPr lang="en-IN" dirty="0"/>
          </a:p>
          <a:p>
            <a:r>
              <a:rPr lang="en-IN" dirty="0"/>
              <a:t>CPI represents average clock cycles required for one instruction. </a:t>
            </a:r>
          </a:p>
          <a:p>
            <a:r>
              <a:rPr lang="en-IN" dirty="0"/>
              <a:t>Lower CPI means better performance. </a:t>
            </a:r>
          </a:p>
          <a:p>
            <a:r>
              <a:rPr lang="en-IN" dirty="0"/>
              <a:t>Depends on instruction complexity. </a:t>
            </a:r>
          </a:p>
          <a:p>
            <a:r>
              <a:rPr lang="en-IN" dirty="0"/>
              <a:t>Example Table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089DD7-9A5C-69D8-7696-75E3BFDF6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89377"/>
              </p:ext>
            </p:extLst>
          </p:nvPr>
        </p:nvGraphicFramePr>
        <p:xfrm>
          <a:off x="2233011" y="4476864"/>
          <a:ext cx="5859104" cy="1463040"/>
        </p:xfrm>
        <a:graphic>
          <a:graphicData uri="http://schemas.openxmlformats.org/drawingml/2006/table">
            <a:tbl>
              <a:tblPr/>
              <a:tblGrid>
                <a:gridCol w="2929552">
                  <a:extLst>
                    <a:ext uri="{9D8B030D-6E8A-4147-A177-3AD203B41FA5}">
                      <a16:colId xmlns:a16="http://schemas.microsoft.com/office/drawing/2014/main" val="3570165238"/>
                    </a:ext>
                  </a:extLst>
                </a:gridCol>
                <a:gridCol w="2929552">
                  <a:extLst>
                    <a:ext uri="{9D8B030D-6E8A-4147-A177-3AD203B41FA5}">
                      <a16:colId xmlns:a16="http://schemas.microsoft.com/office/drawing/2014/main" val="4169042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2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ARM Cortex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79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Intel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6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AMD </a:t>
                      </a:r>
                      <a:r>
                        <a:rPr lang="en-IN" dirty="0" err="1"/>
                        <a:t>Ryzen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85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526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817E-72B8-4184-F6D5-4611282B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0301A-2BE5-7BCF-111A-3A2CA7D8C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Purpose</a:t>
            </a:r>
          </a:p>
          <a:p>
            <a:r>
              <a:rPr lang="en-IN" dirty="0"/>
              <a:t>Compare processor performance. </a:t>
            </a:r>
          </a:p>
          <a:p>
            <a:r>
              <a:rPr lang="en-IN" dirty="0"/>
              <a:t>Measure execution speed. </a:t>
            </a:r>
          </a:p>
          <a:p>
            <a:r>
              <a:rPr lang="en-IN" dirty="0"/>
              <a:t>Evaluate efficiency. </a:t>
            </a:r>
          </a:p>
          <a:p>
            <a:r>
              <a:rPr lang="en-IN" dirty="0"/>
              <a:t>Common Benchmarks</a:t>
            </a:r>
          </a:p>
          <a:p>
            <a:r>
              <a:rPr lang="en-IN" dirty="0"/>
              <a:t>SPEC CPU </a:t>
            </a:r>
          </a:p>
          <a:p>
            <a:r>
              <a:rPr lang="en-IN" dirty="0" err="1"/>
              <a:t>Geekbench</a:t>
            </a:r>
            <a:r>
              <a:rPr lang="en-IN" dirty="0"/>
              <a:t> </a:t>
            </a:r>
          </a:p>
          <a:p>
            <a:r>
              <a:rPr lang="en-IN" dirty="0"/>
              <a:t>Cinebench </a:t>
            </a:r>
          </a:p>
          <a:p>
            <a:r>
              <a:rPr lang="en-IN" dirty="0" err="1"/>
              <a:t>PassMark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9A755-70E7-2B5F-3ECF-66547DF6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32" y="1779639"/>
            <a:ext cx="4689987" cy="366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0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14F2-31B6-0372-45FE-0BB4A13A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56F3-55A7-78B1-CBBB-9D866A3A3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Performance Matters</a:t>
            </a:r>
            <a:endParaRPr lang="en-IN" dirty="0"/>
          </a:p>
          <a:p>
            <a:r>
              <a:rPr lang="en-IN" dirty="0"/>
              <a:t>Gaming </a:t>
            </a:r>
          </a:p>
          <a:p>
            <a:r>
              <a:rPr lang="en-IN" dirty="0"/>
              <a:t>Artificial Intelligence </a:t>
            </a:r>
          </a:p>
          <a:p>
            <a:r>
              <a:rPr lang="en-IN" dirty="0"/>
              <a:t>Scientific Computing </a:t>
            </a:r>
          </a:p>
          <a:p>
            <a:r>
              <a:rPr lang="en-IN" dirty="0"/>
              <a:t>Cloud Computing </a:t>
            </a:r>
          </a:p>
          <a:p>
            <a:r>
              <a:rPr lang="en-IN" dirty="0"/>
              <a:t>Mobile Applications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44F23-E01E-1ABB-AB96-100D80CA0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57" y="2585884"/>
            <a:ext cx="5634755" cy="323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4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FC48-6406-07DB-94E4-A4731BBE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1239-B087-C0BB-C2CC-2C4B40C8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Advantages</a:t>
            </a:r>
            <a:endParaRPr lang="en-IN" dirty="0"/>
          </a:p>
          <a:p>
            <a:r>
              <a:rPr lang="en-IN" dirty="0"/>
              <a:t>Helps choose efficient processors. </a:t>
            </a:r>
          </a:p>
          <a:p>
            <a:r>
              <a:rPr lang="en-IN" dirty="0"/>
              <a:t>Improves system performance. </a:t>
            </a:r>
          </a:p>
          <a:p>
            <a:r>
              <a:rPr lang="en-IN" dirty="0"/>
              <a:t>Reduces execution time. </a:t>
            </a:r>
          </a:p>
          <a:p>
            <a:r>
              <a:rPr lang="en-IN" dirty="0"/>
              <a:t>Optimizes hardware design. </a:t>
            </a:r>
          </a:p>
          <a:p>
            <a:r>
              <a:rPr lang="en-IN" b="1" dirty="0"/>
              <a:t>Limitations</a:t>
            </a:r>
            <a:endParaRPr lang="en-IN" dirty="0"/>
          </a:p>
          <a:p>
            <a:r>
              <a:rPr lang="en-IN" dirty="0"/>
              <a:t>Performance varies with workload. </a:t>
            </a:r>
          </a:p>
          <a:p>
            <a:r>
              <a:rPr lang="en-IN" dirty="0"/>
              <a:t>Higher clock speed increases power consumption. </a:t>
            </a:r>
          </a:p>
          <a:p>
            <a:r>
              <a:rPr lang="en-IN" dirty="0"/>
              <a:t>Benchmarks may not represent every application.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28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F382-9B03-8F4B-0DB9-3675D3DA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A11C-9E4A-7A88-FE4E-E3ECD1E2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CPU performance depends on IC, CPI, and clock rate.</a:t>
            </a:r>
          </a:p>
          <a:p>
            <a:r>
              <a:rPr lang="en-IN" dirty="0"/>
              <a:t> Benchmarking helps compare processors objectively. </a:t>
            </a:r>
          </a:p>
          <a:p>
            <a:r>
              <a:rPr lang="en-IN" dirty="0"/>
              <a:t>Understanding performance metrics helps design faster and efficient computer systems. </a:t>
            </a:r>
          </a:p>
          <a:p>
            <a:r>
              <a:rPr lang="en-IN" dirty="0"/>
              <a:t>Modern processors balance speed, power,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120207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CC340-FB86-53CE-A539-9F5150729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883" y="2448232"/>
            <a:ext cx="8915400" cy="15731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5639770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262</TotalTime>
  <Words>315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 Math</vt:lpstr>
      <vt:lpstr>Century Gothic</vt:lpstr>
      <vt:lpstr>Times New Roman</vt:lpstr>
      <vt:lpstr>Wingdings 3</vt:lpstr>
      <vt:lpstr>Wisp</vt:lpstr>
      <vt:lpstr>Factors of Performance: CPU Execution Time, CPI, Clock Cycles, and Benchmarking</vt:lpstr>
      <vt:lpstr>Introduction</vt:lpstr>
      <vt:lpstr>Performance Metrics</vt:lpstr>
      <vt:lpstr>CPU Execution Time</vt:lpstr>
      <vt:lpstr>CPI and Clock Cycles</vt:lpstr>
      <vt:lpstr>Benchmarking</vt:lpstr>
      <vt:lpstr>Real-World Applications</vt:lpstr>
      <vt:lpstr>Advantages and Limitations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DEVI</dc:creator>
  <cp:lastModifiedBy>LAKSHMI DEVI</cp:lastModifiedBy>
  <cp:revision>1</cp:revision>
  <dcterms:created xsi:type="dcterms:W3CDTF">2026-07-21T13:53:27Z</dcterms:created>
  <dcterms:modified xsi:type="dcterms:W3CDTF">2026-07-26T11:37:15Z</dcterms:modified>
</cp:coreProperties>
</file>